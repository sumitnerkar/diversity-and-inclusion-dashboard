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14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59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9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70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5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6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28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1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9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6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401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11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665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08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39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4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7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962433" cy="2262781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003366"/>
                </a:solidFill>
              </a:rPr>
              <a:t>Diversity and Inclusion</a:t>
            </a:r>
            <a:r>
              <a:rPr lang="en-IN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sz="2800" dirty="0">
                <a:solidFill>
                  <a:srgbClr val="003366"/>
                </a:solidFill>
              </a:rPr>
              <a:t>This project, developed during my virtual internship with PwC via Forage, focused on creating a Diversity and Inclusion dashboard using Power BI. The goal was to analyze hiring, promotion, performance, and turnover trends while fostering gender balance and inclusivity.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3600" dirty="0">
                <a:solidFill>
                  <a:srgbClr val="003366"/>
                </a:solidFill>
              </a:rPr>
              <a:t>• </a:t>
            </a:r>
            <a:r>
              <a:rPr sz="2800" dirty="0">
                <a:solidFill>
                  <a:srgbClr val="003366"/>
                </a:solidFill>
              </a:rPr>
              <a:t>Defined KPIs for gender balance and diversity.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Created effective visualizations for HR data.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Gained insights into diversity and inclusion.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Identified causes for slow progress in executive gender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Employee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solidFill>
                  <a:srgbClr val="003366"/>
                </a:solidFill>
              </a:rPr>
              <a:t>• Total Employees: 500</a:t>
            </a:r>
          </a:p>
          <a:p>
            <a:r>
              <a:rPr sz="2800" dirty="0">
                <a:solidFill>
                  <a:srgbClr val="003366"/>
                </a:solidFill>
              </a:rPr>
              <a:t>• Men: 295 (59%), Women: 205 (41%)</a:t>
            </a:r>
          </a:p>
          <a:p>
            <a:r>
              <a:rPr sz="2800" dirty="0">
                <a:solidFill>
                  <a:srgbClr val="003366"/>
                </a:solidFill>
              </a:rPr>
              <a:t>• Permanent Employees: 93%</a:t>
            </a:r>
          </a:p>
          <a:p>
            <a:r>
              <a:rPr sz="2800" dirty="0">
                <a:solidFill>
                  <a:srgbClr val="003366"/>
                </a:solidFill>
              </a:rPr>
              <a:t>• Part-Time Employees: 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Hiring Trends (2011-2020)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>
                <a:solidFill>
                  <a:srgbClr val="003366"/>
                </a:solidFill>
              </a:rPr>
              <a:t>Tracked hiring trends over 10 years, noting significant fluctuations and gender-specific patterns in recruitment.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Promotion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dirty="0">
                <a:solidFill>
                  <a:srgbClr val="003366"/>
                </a:solidFill>
              </a:rPr>
              <a:t>• FY21 Promotion Rate: 10.20%</a:t>
            </a:r>
          </a:p>
          <a:p>
            <a:pPr marL="0" indent="0" algn="just">
              <a:buNone/>
            </a:pPr>
            <a:r>
              <a:rPr sz="2800" dirty="0">
                <a:solidFill>
                  <a:srgbClr val="003366"/>
                </a:solidFill>
              </a:rPr>
              <a:t>  - Women Promoted: 3.60%, Men Promoted: 6.60%</a:t>
            </a:r>
          </a:p>
          <a:p>
            <a:pPr marL="0" indent="0" algn="just">
              <a:buNone/>
            </a:pPr>
            <a:r>
              <a:rPr sz="2800" dirty="0">
                <a:solidFill>
                  <a:srgbClr val="003366"/>
                </a:solidFill>
              </a:rPr>
              <a:t>• Average Performance Rating (FY19 &amp; FY20): Consistent ratings across genders.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Turnover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Total Leavers: 47 (9.40%)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Turnover (Men): 5.20%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Turnover (Women): 4.20%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Actions to Improve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46123" cy="45895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2400" dirty="0">
                <a:solidFill>
                  <a:srgbClr val="003366"/>
                </a:solidFill>
              </a:rPr>
              <a:t>• </a:t>
            </a:r>
            <a:r>
              <a:rPr sz="2800" dirty="0">
                <a:solidFill>
                  <a:srgbClr val="003366"/>
                </a:solidFill>
              </a:rPr>
              <a:t>Enhance Hiring Practices: Targeted recruitment and blind hiring.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Promote Inclusivity: Diversity training and Employee Resource Groups.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Fair Promotion: Clear criteria and mentorship programs.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Pay Audits: Regular checks for equity.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Set Diversity Goals: Regular monitoring and adjustments.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Retention Strategies: Flexible work and a supportive environment.</a:t>
            </a:r>
          </a:p>
          <a:p>
            <a:pPr marL="0" indent="0">
              <a:buNone/>
            </a:pPr>
            <a:r>
              <a:rPr sz="2800" dirty="0">
                <a:solidFill>
                  <a:srgbClr val="003366"/>
                </a:solidFill>
              </a:rPr>
              <a:t>• Leadership Accountability: Make diversity a performance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solidFill>
                  <a:srgbClr val="003366"/>
                </a:solidFill>
              </a:rPr>
              <a:t>This project provided an excellent opportunity to harness data analytics for meaningful change. I'm grateful to PwC and Forage for this enriching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304</Words>
  <Application>Microsoft Office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Diversity and Inclusion Dashboard</vt:lpstr>
      <vt:lpstr>Introduction</vt:lpstr>
      <vt:lpstr>Key Learnings</vt:lpstr>
      <vt:lpstr>Employee Overview</vt:lpstr>
      <vt:lpstr>Hiring Trends (2011-2020)</vt:lpstr>
      <vt:lpstr>Promotion and Performance</vt:lpstr>
      <vt:lpstr>Turnover Analysis</vt:lpstr>
      <vt:lpstr>Actions to Improve Diversity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Diversity and Inclusion Dashboard Insights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2024-12-10T17:39:19Z</dcterms:modified>
  <cp:category/>
</cp:coreProperties>
</file>